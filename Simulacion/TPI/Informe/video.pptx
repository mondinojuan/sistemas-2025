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59" r:id="rId6"/>
    <p:sldId id="263" r:id="rId7"/>
    <p:sldId id="264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2DCE7-B6C1-E08B-F274-D125B81C5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B8DEA-BE05-C768-BD87-2E597EF8C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3DD00F-9E3E-A3A6-52AB-F52F102C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8648B3-6821-5311-1FAD-3E90856E0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BA6DC-66C4-0D54-24B1-5C52A946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879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D2683-AACC-3105-B5EB-2608927A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DD000A-45AE-BFFA-E2B0-E0E699E1D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B91F58-3A0F-44E5-3C8F-FBC0CD6F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510CB2-8D87-017B-5594-4AC208A3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391971-D081-0AFB-523E-7E5AE86D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437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BB2D1-8060-3149-EC54-F4B2CF53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F0B54B-F117-CD04-A0C9-6928385E2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AAE1D6-D8D7-60DE-323B-233994B7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B4DBA9-FBAC-AA68-B3CD-1F7FB036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2D08A4-BDEA-CA4A-121D-7145F3B1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82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5C6D2-3DBE-45A3-5A21-033A108C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BC17D9-07C2-40D6-FB0D-941129A99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DB5E84-92EE-347C-9962-66C434732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590D5D-7FE0-6732-D5FE-8AF37DB6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0EBA35-CE8A-A5C1-F778-CB0C6379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4130B8-3AF2-93CF-7E7D-9C0365C2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693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FCE5A-B203-A842-C87D-89772706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159A00-BB1E-669D-FB00-2C7CDCF6A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48A837-EADF-A571-F64D-B5C1DF631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4C8300-8301-1ACB-BE71-AB0CBE2478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01189E-B940-6AD2-B59F-65A7950A7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E5DD65A-2F92-9B1C-A03D-47A964C3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DDD7C2-8650-F61E-AD25-A90EEEB1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90DB3A-C8F0-11CA-32B9-6ABF1E0B2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89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9A8AF-CB60-4372-9C0B-0D4BCC3D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CD777F-8C5A-E9F2-BF03-96EDEB2E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4E345A-D44F-5AAD-6753-8673137E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619726-F5D0-8532-1AE2-501FC3AE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82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D2DE6B-EBA2-1B80-699A-B912FBE3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760025-8DC2-459D-F709-37581355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03286A-1C65-A565-EF84-AADABA48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19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4029E-0564-B1BF-F932-12CDE457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FE4D80-AE4B-23D8-3358-7AE3F4BCD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4DB027-083C-ADFD-5794-E0FD220DC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8AEC86-3D1C-4F49-7DA8-2D66D021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D132E8-85A9-861C-2E77-8DF3EEEE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710980-4C2D-3E4F-122E-EA466082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017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6EDA6-0CE0-A56A-296E-1B6DF21A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A3A7B1A-3B2B-D6BB-533D-084C68BE7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5B1D9B-4DDB-71EA-B7F9-BA9944960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F81A2E-DAC4-AE2C-7B51-B90E5BD2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F68259-B9AF-FF13-AA05-549A2CFF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06A28F-A16D-22E5-726A-757D7B93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350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52904-299C-87B4-10CF-709815E1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F1817B-41D6-3848-9E8D-07B953402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353D5-2569-52E4-2757-851ADB23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1EF78-B9E4-5185-E303-56466571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BF4F2A-5A97-990E-C55C-224B0B9A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095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28893E-4241-C51C-453C-35494B9FC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1604F0-5DCB-2CBD-197C-8BABCDC36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B25FA-1195-0D1D-5412-CEC188879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D2D276-0835-5D27-6CA4-8FA9D784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3F716-95E0-BC99-7173-123D23D5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150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504A0F-21BB-33F4-2DC9-35154439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0CF806-D464-384C-B051-E5D927D40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6F5467-FB93-D25A-B9B2-08C639A45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0DAD4-E3FC-46FD-95DA-47D2B82D15EA}" type="datetimeFigureOut">
              <a:rPr lang="es-AR" smtClean="0"/>
              <a:t>3/11/2025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22AA42-60EF-5C3E-BB3E-41489FA11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E9DA4-88D9-2AB7-F742-110586E17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89889-15CE-4EE6-88E5-8391262513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649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audio" Target="../media/media4.m4a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1.png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4142C7-0CCA-699F-5C84-6E78CDA03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s-AR" sz="8000">
                <a:solidFill>
                  <a:srgbClr val="FFFFFF"/>
                </a:solidFill>
              </a:rPr>
              <a:t>	Análisis de resultados</a:t>
            </a: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CC7EDC15-F519-E8DF-E7B7-23CED0E7EB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29479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33"/>
    </mc:Choice>
    <mc:Fallback>
      <p:transition spd="slow" advTm="137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E142C-51FC-091A-105C-3D94880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8AB6324-9B5C-0A11-BE6D-1C41C60AE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A7B0DAE2-F6DC-93B7-B924-EE47EB205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A313CB86-4CB2-38E2-80E5-3AFA3C08F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567D6AE0-81F9-E751-ED84-6F342F136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D65B6D-E559-82F2-5EFC-096C53727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02F5215B-16BE-FAAF-A536-BB7E4DA79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E1E32231-10A8-A6E8-31C7-DC4DEC39B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9128C53A-37A9-3745-A3EA-331A9128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EA8EC08-2A9D-B57E-55AC-EE0C8A4F9D9C}"/>
                  </a:ext>
                </a:extLst>
              </p:cNvPr>
              <p:cNvSpPr txBox="1"/>
              <p:nvPr/>
            </p:nvSpPr>
            <p:spPr>
              <a:xfrm>
                <a:off x="3317383" y="3873478"/>
                <a:ext cx="5057774" cy="1017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AR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f>
                            <m:fPr>
                              <m:ctrlP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s-A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s-A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EA8EC08-2A9D-B57E-55AC-EE0C8A4F9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83" y="3873478"/>
                <a:ext cx="5057774" cy="1017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F8406C9-6291-5238-9DD2-D32C53692E89}"/>
                  </a:ext>
                </a:extLst>
              </p:cNvPr>
              <p:cNvSpPr txBox="1"/>
              <p:nvPr/>
            </p:nvSpPr>
            <p:spPr>
              <a:xfrm>
                <a:off x="3505200" y="1441809"/>
                <a:ext cx="5057774" cy="1947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AR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s-A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A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A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AR" sz="32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AR" sz="3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AR" sz="3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s-AR" sz="32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32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s-AR" sz="32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AR" sz="3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AR" sz="32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AR" sz="32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s-AR" sz="3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s-AR" sz="32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AR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AR" sz="3200" dirty="0">
                  <a:solidFill>
                    <a:schemeClr val="bg1"/>
                  </a:solidFill>
                </a:endParaRPr>
              </a:p>
              <a:p>
                <a:endParaRPr lang="es-A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F8406C9-6291-5238-9DD2-D32C53692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441809"/>
                <a:ext cx="5057774" cy="19474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146C584-8EAC-172C-0677-A1A2B3FD7742}"/>
              </a:ext>
            </a:extLst>
          </p:cNvPr>
          <p:cNvCxnSpPr/>
          <p:nvPr/>
        </p:nvCxnSpPr>
        <p:spPr>
          <a:xfrm>
            <a:off x="1468582" y="2262909"/>
            <a:ext cx="229061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298CC3F7-C444-267E-A4D8-0253FA35E99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9716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69"/>
    </mc:Choice>
    <mc:Fallback>
      <p:transition spd="slow" advTm="12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11111E-6 L 0.00091 0.3180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33CC2-CF56-47DC-9176-3CD092079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7045AB2-3193-7C01-7765-80550AE11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17EB3046-790F-C611-3011-A13561EB7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2EF79B34-FB49-BD27-16ED-D5C2E337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8EEF8B3F-59BB-03A1-F9DC-D11826CD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F3932A-25AB-DD63-BE34-BAF704444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4CDD9F84-E715-E901-4809-D624FE93D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40CAF5C0-8676-8EFB-E552-4E0BE6D9E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75DFDDB0-45AB-57FE-8E02-B43A352A3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BFBC02A-7769-CD56-12D6-D6697B38BAE9}"/>
                  </a:ext>
                </a:extLst>
              </p:cNvPr>
              <p:cNvSpPr txBox="1"/>
              <p:nvPr/>
            </p:nvSpPr>
            <p:spPr>
              <a:xfrm>
                <a:off x="925166" y="3814113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AR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=123,27 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BFBC02A-7769-CD56-12D6-D6697B38B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66" y="3814113"/>
                <a:ext cx="276938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8E50C03-E963-DDD8-5647-4C81697A7C63}"/>
                  </a:ext>
                </a:extLst>
              </p:cNvPr>
              <p:cNvSpPr txBox="1"/>
              <p:nvPr/>
            </p:nvSpPr>
            <p:spPr>
              <a:xfrm>
                <a:off x="3505200" y="1441809"/>
                <a:ext cx="505777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𝑐𝑜𝑟𝑟𝑖𝑑𝑎𝑠</m:t>
                      </m:r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s-A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8E50C03-E963-DDD8-5647-4C81697A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441809"/>
                <a:ext cx="505777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6F71618-4E42-E058-5A36-9F12A8370D31}"/>
              </a:ext>
            </a:extLst>
          </p:cNvPr>
          <p:cNvSpPr txBox="1"/>
          <p:nvPr/>
        </p:nvSpPr>
        <p:spPr>
          <a:xfrm>
            <a:off x="855798" y="3064966"/>
            <a:ext cx="310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Sistema Base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E880DF-6E2B-DBCA-0CE8-6A26AC74E8EF}"/>
              </a:ext>
            </a:extLst>
          </p:cNvPr>
          <p:cNvSpPr txBox="1"/>
          <p:nvPr/>
        </p:nvSpPr>
        <p:spPr>
          <a:xfrm>
            <a:off x="3833139" y="3064966"/>
            <a:ext cx="4042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Sistema Desfasado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6A70EE-00C2-23D7-C38B-3C7A7EC67980}"/>
              </a:ext>
            </a:extLst>
          </p:cNvPr>
          <p:cNvSpPr txBox="1"/>
          <p:nvPr/>
        </p:nvSpPr>
        <p:spPr>
          <a:xfrm>
            <a:off x="7830078" y="3064966"/>
            <a:ext cx="4742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Sistema Sincronizado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9C1A7AA-A2F1-B372-E353-E6D0711F8C49}"/>
                  </a:ext>
                </a:extLst>
              </p:cNvPr>
              <p:cNvSpPr txBox="1"/>
              <p:nvPr/>
            </p:nvSpPr>
            <p:spPr>
              <a:xfrm>
                <a:off x="4475435" y="3814113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AR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=128,28 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9C1A7AA-A2F1-B372-E353-E6D0711F8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435" y="3814113"/>
                <a:ext cx="276938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5AE3AA0-6BEB-88D6-8092-58E09603895C}"/>
                  </a:ext>
                </a:extLst>
              </p:cNvPr>
              <p:cNvSpPr txBox="1"/>
              <p:nvPr/>
            </p:nvSpPr>
            <p:spPr>
              <a:xfrm>
                <a:off x="8377808" y="3818732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AR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AR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=129,818 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5AE3AA0-6BEB-88D6-8092-58E096038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808" y="3818732"/>
                <a:ext cx="276938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4DD7D1DB-F8BA-C226-C511-C905FAAFA8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31828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21"/>
    </mc:Choice>
    <mc:Fallback>
      <p:transition spd="slow" advTm="166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AAF87-7B77-7571-FBB3-1E2C24D5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C32CEE-58B3-0B68-E429-6A7738FA4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DA84306A-F11E-E573-59DD-FD279B599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D0AC61C5-E050-7EB1-6A56-135DD5A12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1E8752BD-9D22-CA15-BC1A-C334D214E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56964E-8904-A726-B698-3C776327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833086F0-B4E4-E346-96EF-94CC17D34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E924074F-12C0-C976-F686-1CBF29636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D571CC2E-D17E-E122-2A89-ADCFF267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37E133B-B296-3864-CECF-9AD24D0E4CD6}"/>
                  </a:ext>
                </a:extLst>
              </p:cNvPr>
              <p:cNvSpPr txBox="1"/>
              <p:nvPr/>
            </p:nvSpPr>
            <p:spPr>
              <a:xfrm>
                <a:off x="1055282" y="2120949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=2,06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37E133B-B296-3864-CECF-9AD24D0E4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82" y="2120949"/>
                <a:ext cx="276938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AC6B3DE5-9546-E37C-E97D-B1522624721C}"/>
              </a:ext>
            </a:extLst>
          </p:cNvPr>
          <p:cNvSpPr txBox="1"/>
          <p:nvPr/>
        </p:nvSpPr>
        <p:spPr>
          <a:xfrm>
            <a:off x="888263" y="1242056"/>
            <a:ext cx="310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Sistema Base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C91A9B-AE80-C35A-692E-20D731F276A0}"/>
              </a:ext>
            </a:extLst>
          </p:cNvPr>
          <p:cNvSpPr txBox="1"/>
          <p:nvPr/>
        </p:nvSpPr>
        <p:spPr>
          <a:xfrm>
            <a:off x="3833139" y="1242056"/>
            <a:ext cx="4042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Sistema Desfasado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E60AA0-1059-57D5-E69A-21BCD7F9C308}"/>
              </a:ext>
            </a:extLst>
          </p:cNvPr>
          <p:cNvSpPr txBox="1"/>
          <p:nvPr/>
        </p:nvSpPr>
        <p:spPr>
          <a:xfrm>
            <a:off x="7726680" y="1242056"/>
            <a:ext cx="446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dirty="0">
                <a:solidFill>
                  <a:schemeClr val="bg1"/>
                </a:solidFill>
              </a:rPr>
              <a:t>Sistema Sincronizado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B304072-1D8E-8B6F-023E-B139B3BA6299}"/>
                  </a:ext>
                </a:extLst>
              </p:cNvPr>
              <p:cNvSpPr txBox="1"/>
              <p:nvPr/>
            </p:nvSpPr>
            <p:spPr>
              <a:xfrm>
                <a:off x="1055282" y="2739693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=0,74 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es-AR" sz="28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B304072-1D8E-8B6F-023E-B139B3BA6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82" y="2739693"/>
                <a:ext cx="276938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5CA4E27-26B9-7B70-9E19-FB3D7F751101}"/>
                  </a:ext>
                </a:extLst>
              </p:cNvPr>
              <p:cNvSpPr txBox="1"/>
              <p:nvPr/>
            </p:nvSpPr>
            <p:spPr>
              <a:xfrm>
                <a:off x="4469779" y="2120949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=1,69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5CA4E27-26B9-7B70-9E19-FB3D7F751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779" y="2120949"/>
                <a:ext cx="276938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0B438C4-EB1B-B6A9-E204-B5682053BA6C}"/>
                  </a:ext>
                </a:extLst>
              </p:cNvPr>
              <p:cNvSpPr txBox="1"/>
              <p:nvPr/>
            </p:nvSpPr>
            <p:spPr>
              <a:xfrm>
                <a:off x="4469779" y="2739693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=0,605 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es-AR" sz="28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0B438C4-EB1B-B6A9-E204-B5682053B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779" y="2739693"/>
                <a:ext cx="2769380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0A4CA01-01D4-FD31-3127-DCDCDF64BD3D}"/>
                  </a:ext>
                </a:extLst>
              </p:cNvPr>
              <p:cNvSpPr txBox="1"/>
              <p:nvPr/>
            </p:nvSpPr>
            <p:spPr>
              <a:xfrm>
                <a:off x="8512439" y="2120949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=1,75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D0A4CA01-01D4-FD31-3127-DCDCDF64B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439" y="2120949"/>
                <a:ext cx="276938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904B9C9-B80A-331A-CB45-AA1D4D19EC6C}"/>
                  </a:ext>
                </a:extLst>
              </p:cNvPr>
              <p:cNvSpPr txBox="1"/>
              <p:nvPr/>
            </p:nvSpPr>
            <p:spPr>
              <a:xfrm>
                <a:off x="8512439" y="2739693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=0,63 </m:t>
                      </m:r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𝑠𝑒𝑔</m:t>
                      </m:r>
                    </m:oMath>
                  </m:oMathPara>
                </a14:m>
                <a:endParaRPr lang="es-AR" sz="28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904B9C9-B80A-331A-CB45-AA1D4D19E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439" y="2739693"/>
                <a:ext cx="276938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926383C2-953F-1C58-372E-E5A54189A92D}"/>
              </a:ext>
            </a:extLst>
          </p:cNvPr>
          <p:cNvSpPr/>
          <p:nvPr/>
        </p:nvSpPr>
        <p:spPr>
          <a:xfrm>
            <a:off x="9389638" y="3438144"/>
            <a:ext cx="1014983" cy="1261872"/>
          </a:xfrm>
          <a:prstGeom prst="downArrow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3494E959-98C7-540A-882A-4B0883D5DE7C}"/>
              </a:ext>
            </a:extLst>
          </p:cNvPr>
          <p:cNvSpPr/>
          <p:nvPr/>
        </p:nvSpPr>
        <p:spPr>
          <a:xfrm>
            <a:off x="1932481" y="3438144"/>
            <a:ext cx="1014983" cy="1261872"/>
          </a:xfrm>
          <a:prstGeom prst="downArrow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A7E44D81-4534-F78F-6349-D9FD6BFDA5C8}"/>
              </a:ext>
            </a:extLst>
          </p:cNvPr>
          <p:cNvSpPr/>
          <p:nvPr/>
        </p:nvSpPr>
        <p:spPr>
          <a:xfrm>
            <a:off x="5346978" y="3438144"/>
            <a:ext cx="1014983" cy="1261872"/>
          </a:xfrm>
          <a:prstGeom prst="downArrow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8FD057-DA7B-40EE-AF03-BD4D90CC8763}"/>
                  </a:ext>
                </a:extLst>
              </p:cNvPr>
              <p:cNvSpPr txBox="1"/>
              <p:nvPr/>
            </p:nvSpPr>
            <p:spPr>
              <a:xfrm>
                <a:off x="1055282" y="4977104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(122,53;124,01)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8FD057-DA7B-40EE-AF03-BD4D90CC8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82" y="4977104"/>
                <a:ext cx="2769380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40BDA4C-EA56-ECF8-4F3A-5D7244244266}"/>
                  </a:ext>
                </a:extLst>
              </p:cNvPr>
              <p:cNvSpPr txBox="1"/>
              <p:nvPr/>
            </p:nvSpPr>
            <p:spPr>
              <a:xfrm>
                <a:off x="4469779" y="4977104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(127,68;128,88)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40BDA4C-EA56-ECF8-4F3A-5D7244244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779" y="4977104"/>
                <a:ext cx="2769380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1AB1D92-4238-99A9-5A9E-585CA618297F}"/>
                  </a:ext>
                </a:extLst>
              </p:cNvPr>
              <p:cNvSpPr txBox="1"/>
              <p:nvPr/>
            </p:nvSpPr>
            <p:spPr>
              <a:xfrm>
                <a:off x="8512439" y="4977104"/>
                <a:ext cx="27693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(129,19;130,45)</m:t>
                      </m:r>
                    </m:oMath>
                  </m:oMathPara>
                </a14:m>
                <a:endParaRPr lang="es-AR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1AB1D92-4238-99A9-5A9E-585CA6182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439" y="4977104"/>
                <a:ext cx="2769380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9C59B389-6275-5E0B-1974-44E9E6DF479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90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45"/>
    </mc:Choice>
    <mc:Fallback>
      <p:transition spd="slow" advTm="25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8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204E0-E736-897A-8366-535E2173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5380AFD-F27E-D5CE-C417-8551F9333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F2DF55-A5D8-6D74-9F47-AEC805504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s-AR" sz="8000" dirty="0">
                <a:solidFill>
                  <a:srgbClr val="FFFFFF"/>
                </a:solidFill>
              </a:rPr>
              <a:t>	Comparación de resultados</a:t>
            </a: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C8316192-D03B-36AD-D95D-F6D3E4554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E3C78763-6639-83CF-2218-15591E6FD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65509213-FFCB-824F-53FD-0E6D9DB20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DED031-779E-22F4-3164-347E2D8DD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6E1AEA61-1071-F3CD-6A80-644EE3233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B134C1E6-21D8-D4EA-FAF5-F78F4DC71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CC7C45E3-D5BB-D1D0-6965-2739AF8DF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9CDE3746-3088-BFF3-1DE8-BE6D336FB8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72106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57"/>
    </mc:Choice>
    <mc:Fallback>
      <p:transition spd="slow" advTm="21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AB5C0-DB4C-DADE-694B-AF69C23D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CE54D55-4970-4A04-8F0B-B3CB900A0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C08D01BB-ED9A-EA8A-30ED-09490B062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F4124172-7718-137F-359E-DDEF681C5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F3C774D9-6953-7DB1-4B01-54710EDD0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C7FF08D-55A3-996D-351C-132C07CDE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BE69D67C-7DFB-3D4A-B4E2-4FC7E24BA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F5290D64-F057-1E23-F679-18B8FA18D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2791AE99-18F1-5442-2F77-C92671A4D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FAC5DAD-B362-2180-0C20-028196E13A1B}"/>
                  </a:ext>
                </a:extLst>
              </p:cNvPr>
              <p:cNvSpPr txBox="1"/>
              <p:nvPr/>
            </p:nvSpPr>
            <p:spPr>
              <a:xfrm>
                <a:off x="2118353" y="2119542"/>
                <a:ext cx="8690521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𝐵𝑎𝑠𝑒</m:t>
                          </m:r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𝐷𝑒𝑠𝑓𝑎𝑠𝑎𝑑𝑜</m:t>
                          </m:r>
                        </m:sub>
                      </m:sSub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=123,27−128,28=−5,01&lt;0</m:t>
                      </m:r>
                    </m:oMath>
                  </m:oMathPara>
                </a14:m>
                <a:endParaRPr lang="es-A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FAC5DAD-B362-2180-0C20-028196E13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353" y="2119542"/>
                <a:ext cx="8690521" cy="531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DA33A28-A4BA-8DB9-CD9A-5B079ADC2FC0}"/>
                  </a:ext>
                </a:extLst>
              </p:cNvPr>
              <p:cNvSpPr txBox="1"/>
              <p:nvPr/>
            </p:nvSpPr>
            <p:spPr>
              <a:xfrm>
                <a:off x="1702374" y="2961164"/>
                <a:ext cx="952247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𝐵𝑎𝑠𝑒</m:t>
                          </m:r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𝑆𝑖𝑛𝑐𝑟𝑜𝑛𝑖𝑧𝑎𝑑𝑜</m:t>
                          </m:r>
                        </m:sub>
                      </m:sSub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=123,27−129,818=−6,548&lt;0</m:t>
                      </m:r>
                    </m:oMath>
                  </m:oMathPara>
                </a14:m>
                <a:endParaRPr lang="es-A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DA33A28-A4BA-8DB9-CD9A-5B079ADC2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374" y="2961164"/>
                <a:ext cx="952247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36B9E07-FB10-33A8-4173-CF2B48556E28}"/>
                  </a:ext>
                </a:extLst>
              </p:cNvPr>
              <p:cNvSpPr txBox="1"/>
              <p:nvPr/>
            </p:nvSpPr>
            <p:spPr>
              <a:xfrm>
                <a:off x="1258759" y="3856123"/>
                <a:ext cx="10409709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𝐷𝑒𝑠𝑓𝑎𝑠𝑎𝑑𝑜</m:t>
                          </m:r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𝑆𝑖𝑛𝑐𝑟𝑜𝑛𝑖𝑧𝑎𝑑𝑜</m:t>
                          </m:r>
                        </m:sub>
                      </m:sSub>
                      <m:r>
                        <a:rPr lang="es-AR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=128,28−129,818=−1,538&lt;0</m:t>
                      </m:r>
                    </m:oMath>
                  </m:oMathPara>
                </a14:m>
                <a:endParaRPr lang="es-AR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36B9E07-FB10-33A8-4173-CF2B4855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59" y="3856123"/>
                <a:ext cx="10409709" cy="5318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5D6B9813-E227-ADF0-ABCB-0B99591671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46866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746"/>
    </mc:Choice>
    <mc:Fallback>
      <p:transition spd="slow" advTm="597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CB9AB-35B3-7225-9F95-D6208D5A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38FCBA6-1B45-EDB6-5595-105CE39A9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EA2A61-CAD6-1526-DE74-B244BFB3A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270" y="2891391"/>
            <a:ext cx="6858000" cy="1223282"/>
          </a:xfrm>
        </p:spPr>
        <p:txBody>
          <a:bodyPr anchor="t">
            <a:normAutofit/>
          </a:bodyPr>
          <a:lstStyle/>
          <a:p>
            <a:r>
              <a:rPr lang="es-AR" sz="8000" dirty="0">
                <a:solidFill>
                  <a:srgbClr val="FFFFFF"/>
                </a:solidFill>
              </a:rPr>
              <a:t>	Conclusiones</a:t>
            </a:r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620EFB68-2394-9F31-4680-C95A30CE9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F1D69709-DE76-8505-99A6-557340C74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A662DB1B-92FA-4AE0-0FC9-44B538C5C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180DD4-D513-D265-D78F-FABD945C0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Graphic 22">
            <a:extLst>
              <a:ext uri="{FF2B5EF4-FFF2-40B4-BE49-F238E27FC236}">
                <a16:creationId xmlns:a16="http://schemas.microsoft.com/office/drawing/2014/main" id="{67185379-CD1D-82A4-0F76-8996639E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BB093D48-05DF-6E08-A8FC-FDF547DBF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21">
            <a:extLst>
              <a:ext uri="{FF2B5EF4-FFF2-40B4-BE49-F238E27FC236}">
                <a16:creationId xmlns:a16="http://schemas.microsoft.com/office/drawing/2014/main" id="{2BC848E0-0C62-6D88-B1B5-278F0A719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96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4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103</Words>
  <Application>Microsoft Office PowerPoint</Application>
  <PresentationFormat>Panorámica</PresentationFormat>
  <Paragraphs>27</Paragraphs>
  <Slides>7</Slides>
  <Notes>0</Notes>
  <HiddenSlides>0</HiddenSlides>
  <MMClips>6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Tema de Office</vt:lpstr>
      <vt:lpstr> Análisis de resultados</vt:lpstr>
      <vt:lpstr>Presentación de PowerPoint</vt:lpstr>
      <vt:lpstr>Presentación de PowerPoint</vt:lpstr>
      <vt:lpstr>Presentación de PowerPoint</vt:lpstr>
      <vt:lpstr> Comparación de resultados</vt:lpstr>
      <vt:lpstr>Presentación de PowerPoint</vt:lpstr>
      <vt:lpstr>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Cruz Mondino</dc:creator>
  <cp:lastModifiedBy>Juan Cruz Mondino</cp:lastModifiedBy>
  <cp:revision>9</cp:revision>
  <dcterms:created xsi:type="dcterms:W3CDTF">2025-11-03T22:12:56Z</dcterms:created>
  <dcterms:modified xsi:type="dcterms:W3CDTF">2025-11-03T23:44:36Z</dcterms:modified>
</cp:coreProperties>
</file>