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1" r:id="rId6"/>
    <p:sldId id="263" r:id="rId7"/>
    <p:sldId id="264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8905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7749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486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851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448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466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532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6785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241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782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013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5277D-EC48-4454-B861-D6086195188A}" type="datetimeFigureOut">
              <a:rPr lang="es-AR" smtClean="0"/>
              <a:t>10/06/2025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525BF-D1FD-4F2C-BBF0-34A9C81A8B0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72603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491" y="155957"/>
            <a:ext cx="8660673" cy="639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82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270171" cy="52253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171" y="2416629"/>
            <a:ext cx="5921829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19" y="0"/>
            <a:ext cx="8774837" cy="156754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57" y="1665179"/>
            <a:ext cx="6572185" cy="2018547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123" y="3781362"/>
            <a:ext cx="4820323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865" y="0"/>
            <a:ext cx="7525169" cy="178961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09447"/>
            <a:ext cx="5107577" cy="304855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634" y="1789611"/>
            <a:ext cx="6183086" cy="186969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137" y="3809447"/>
            <a:ext cx="4763165" cy="304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7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26480" cy="40762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2" y="4209394"/>
            <a:ext cx="5318006" cy="177266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977" y="2038140"/>
            <a:ext cx="486795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5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83275" cy="399723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697" y="3160335"/>
            <a:ext cx="5327315" cy="359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604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286233" cy="3722914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233" y="3017520"/>
            <a:ext cx="5943322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7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713" y="85529"/>
            <a:ext cx="5401429" cy="263879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713" y="2724322"/>
            <a:ext cx="5401429" cy="41915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714" y="3143480"/>
            <a:ext cx="5401428" cy="1162212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714" y="4305692"/>
            <a:ext cx="5401428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8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726" y="4104655"/>
            <a:ext cx="6222274" cy="1991003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726" y="0"/>
            <a:ext cx="6222274" cy="410465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820852" cy="186716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67161"/>
            <a:ext cx="6820852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6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37" y="914049"/>
            <a:ext cx="6087325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7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Grupo TELECOM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Ariana E Cucchiara</dc:creator>
  <cp:lastModifiedBy>Ariana E Cucchiara</cp:lastModifiedBy>
  <cp:revision>14</cp:revision>
  <dcterms:created xsi:type="dcterms:W3CDTF">2025-04-29T11:09:53Z</dcterms:created>
  <dcterms:modified xsi:type="dcterms:W3CDTF">2025-06-10T11:50:44Z</dcterms:modified>
</cp:coreProperties>
</file>