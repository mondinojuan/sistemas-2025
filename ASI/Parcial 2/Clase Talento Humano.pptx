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3890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8774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8486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085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448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7466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532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678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9241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0782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2013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5277D-EC48-4454-B861-D6086195188A}" type="datetimeFigureOut">
              <a:rPr lang="es-AR" smtClean="0"/>
              <a:t>10/06/2025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525BF-D1FD-4F2C-BBF0-34A9C81A8B04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72603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meran.com.ar/empleos-area-tecnologia-sistemas-y-telecomunicaciones-subarea-sistemas.html" TargetMode="External"/><Relationship Id="rId2" Type="http://schemas.openxmlformats.org/officeDocument/2006/relationships/hyperlink" Target="https://www.bumeran.com.ar/empleos-modalidad-presencial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umeran.com.ar/empleos-seniority-junior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meran.com.ar/empleos-area-tecnologia-sistemas-y-telecomunicaciones-subarea-sistemas.html" TargetMode="External"/><Relationship Id="rId2" Type="http://schemas.openxmlformats.org/officeDocument/2006/relationships/hyperlink" Target="https://www.bumeran.com.ar/empleos-modalidad-hibrido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umeran.com.ar/empleos-seniority-gerencia-alta-gerencia-direccion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9360" cy="382237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1741"/>
            <a:ext cx="6309360" cy="316625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-1"/>
            <a:ext cx="5882640" cy="374975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91740"/>
            <a:ext cx="5882640" cy="316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57110" cy="409072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34" y="3304903"/>
            <a:ext cx="5630293" cy="35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0960414" cy="55707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71415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Descripción del puesto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Nos encontramos en la búsqueda de un/a </a:t>
            </a: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Analista en Sistemas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 para sumarse a nuestro equipo de tecnología.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El perfil ideal será responsable de relevar, analizar, documentar e implementar soluciones informáticas, trabajando en conjunto con diferentes áreas de la compañía.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Responsabilidades: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Relevar y analizar requerimientos funcionales de los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Diseñar e implementar soluciones tecnológicas eficientes y escalables.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Realizar pruebas funcionales y de integración.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Documentar procesos y 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Brindar soporte a usuarios internos y seguimiento de incidentes.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Participar en proyectos de mejora continua y transformación digital.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Requisitos: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Estudiante avanzado o graduado en Sistemas, Informática o carreras afines.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Experiencia mínima de 2 años en roles similares.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Conocimiento de bases de datos (SQL), herramientas de análisis y metodologías ágiles.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Manejo de herramientas de gestión de proyectos (JIRA, Trello u otras).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Capacidad de análisis, orientación a resultados y buena comunicación interpersonal.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Deseable: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Conocimientos de lenguajes de programación (Java, .NET, Python,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Experiencia en integración de sistemas y servicios web (API REST/SOAP/ TANGO / CAPATAZ).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Modalidad de trabajo: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 Presencial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Horario: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 Lunes a viernes de 08:30 a 17:30 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Tipo de contratación: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 Relación de dependencia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  <a:hlinkClick r:id="rId2"/>
              </a:rPr>
              <a:t>Presencial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  <a:hlinkClick r:id="rId3"/>
              </a:rPr>
              <a:t>Sistemas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Full-time, Indeterminado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  <a:hlinkClick r:id="rId4"/>
              </a:rPr>
              <a:t>Junior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cs typeface="72" panose="020B05030300000000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cs typeface="72" panose="020B0503030000000003" pitchFamily="34" charset="0"/>
              </a:rPr>
              <a:t>1 vacante disponible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29293D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29293D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000" b="0" i="0" u="none" strike="noStrike" cap="none" normalizeH="0" baseline="0" dirty="0" smtClean="0">
              <a:ln>
                <a:noFill/>
              </a:ln>
              <a:solidFill>
                <a:srgbClr val="29293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50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369332"/>
            <a:ext cx="12220951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71415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s-AR" altLang="es-AR" sz="1200" b="1" dirty="0" smtClean="0">
                <a:solidFill>
                  <a:schemeClr val="bg1"/>
                </a:solidFill>
                <a:latin typeface="Lato" panose="020F0502020204030203" pitchFamily="34" charset="0"/>
              </a:rPr>
              <a:t>Descripción 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del puesto</a:t>
            </a:r>
          </a:p>
          <a:p>
            <a:pPr lvl="0"/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En </a:t>
            </a:r>
            <a:r>
              <a:rPr lang="es-AR" altLang="es-AR" sz="1200" b="1" dirty="0" err="1">
                <a:solidFill>
                  <a:schemeClr val="bg1"/>
                </a:solidFill>
                <a:latin typeface="Lato" panose="020F0502020204030203" pitchFamily="34" charset="0"/>
              </a:rPr>
              <a:t>Novatech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es-AR" altLang="es-AR" sz="1200" b="1" dirty="0" err="1">
                <a:solidFill>
                  <a:schemeClr val="bg1"/>
                </a:solidFill>
                <a:latin typeface="Lato" panose="020F0502020204030203" pitchFamily="34" charset="0"/>
              </a:rPr>
              <a:t>Solutions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 S.A.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, somos líderes en soluciones tecnológicas innovadoras, brindando servicios y productos de alta calidad a nivel nacional e internacional</a:t>
            </a:r>
            <a:r>
              <a:rPr lang="es-AR" altLang="es-AR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.</a:t>
            </a:r>
          </a:p>
          <a:p>
            <a:pPr lvl="0"/>
            <a:r>
              <a:rPr lang="es-AR" altLang="es-AR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Buscamos incorporar a nuestro equipo un 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Gerente de Sistemas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 con ganas de desarrollarse profesionalmente en un entorno dinámico y en constante crecimiento.</a:t>
            </a:r>
          </a:p>
          <a:p>
            <a:pPr lvl="0"/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Responsabilidades: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Comprender las necesidades tecnológicas de la empresa y definir la estrategia tecnológica a corto, mediano y largo plazo.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Implementar estrategias de gestión de cambios para garantizar que los nuevos sistemas y tecnologías se integren sin problemas en la organización.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Diseñar, gestionar y controlar el presupuesto del área de IT, alineándolo con los objetivos corporativos, asegurando que se destine de manera eficiente y que se cumplan los objetivos.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Supervisar la infraestructura tecnológica, incluyendo hardware, software y redes, garantizando su correcto funcionamiento e implementando nuevas tecnologías </a:t>
            </a:r>
            <a:endParaRPr lang="es-AR" altLang="es-AR" sz="1200" dirty="0" smtClean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para 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la optimización de los procesos del negocio.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Construcción de indicadores de gestión.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Liderar proyectos de mejora y expansión.</a:t>
            </a:r>
          </a:p>
          <a:p>
            <a:pPr lvl="0"/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Requisitos: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Experiencia en liderazgo de equipos de TI y gestión de proyectos tecnológicos.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Conocimientos en 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SQL Server, </a:t>
            </a:r>
            <a:r>
              <a:rPr lang="es-AR" altLang="es-AR" sz="1200" b="1" dirty="0" err="1">
                <a:solidFill>
                  <a:schemeClr val="bg1"/>
                </a:solidFill>
                <a:latin typeface="Lato" panose="020F0502020204030203" pitchFamily="34" charset="0"/>
              </a:rPr>
              <a:t>Power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 BI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 o similares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 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y de 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sistemas ERP.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Experiencia en toma de decisiones estratégicas y optimización de recursos tecnológicos.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Excelentes habilidades de comunicación, liderazgo y resolución de problemas.</a:t>
            </a:r>
          </a:p>
          <a:p>
            <a:pPr lvl="0"/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Si </a:t>
            </a:r>
            <a:r>
              <a:rPr lang="es-AR" altLang="es-AR" sz="1200" dirty="0" err="1">
                <a:solidFill>
                  <a:schemeClr val="bg1"/>
                </a:solidFill>
                <a:latin typeface="Lato" panose="020F0502020204030203" pitchFamily="34" charset="0"/>
              </a:rPr>
              <a:t>contás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 con experiencia en liderazgo de equipos de TI, gestión estratégica de proyectos y optimización de infraestructuras tecnológicas, no dudes en enviarnos tu perfil.</a:t>
            </a:r>
          </a:p>
          <a:p>
            <a:pPr lvl="0"/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¡</a:t>
            </a:r>
            <a:r>
              <a:rPr lang="es-AR" altLang="es-AR" sz="1200" dirty="0" err="1">
                <a:solidFill>
                  <a:schemeClr val="bg1"/>
                </a:solidFill>
                <a:latin typeface="Lato" panose="020F0502020204030203" pitchFamily="34" charset="0"/>
              </a:rPr>
              <a:t>Sumate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 a </a:t>
            </a:r>
            <a:r>
              <a:rPr lang="es-AR" altLang="es-AR" sz="1200" b="1" dirty="0" err="1">
                <a:solidFill>
                  <a:schemeClr val="bg1"/>
                </a:solidFill>
                <a:latin typeface="Lato" panose="020F0502020204030203" pitchFamily="34" charset="0"/>
              </a:rPr>
              <a:t>Novatech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es-AR" altLang="es-AR" sz="1200" b="1" dirty="0" err="1">
                <a:solidFill>
                  <a:schemeClr val="bg1"/>
                </a:solidFill>
                <a:latin typeface="Lato" panose="020F0502020204030203" pitchFamily="34" charset="0"/>
              </a:rPr>
              <a:t>Solutions</a:t>
            </a:r>
            <a:r>
              <a:rPr lang="es-AR" altLang="es-AR" sz="1200" b="1" dirty="0">
                <a:solidFill>
                  <a:schemeClr val="bg1"/>
                </a:solidFill>
                <a:latin typeface="Lato" panose="020F0502020204030203" pitchFamily="34" charset="0"/>
              </a:rPr>
              <a:t> S.A.</a:t>
            </a: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 y sé parte de una empresa que apuesta al talento, la innovación y el crecimiento profesional!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  <a:hlinkClick r:id="rId2"/>
              </a:rPr>
              <a:t>Híbrido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  <a:hlinkClick r:id="rId3"/>
              </a:rPr>
              <a:t>Sistemas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Full-time, Indeterminado</a:t>
            </a: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  <a:hlinkClick r:id="rId4"/>
              </a:rPr>
              <a:t>Gerencia / Alta Gerencia / Dirección</a:t>
            </a:r>
            <a:endParaRPr lang="es-AR" altLang="es-AR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lvl="0">
              <a:buFontTx/>
              <a:buChar char="•"/>
            </a:pPr>
            <a:r>
              <a:rPr lang="es-AR" altLang="es-AR" sz="1200" dirty="0">
                <a:solidFill>
                  <a:schemeClr val="bg1"/>
                </a:solidFill>
                <a:latin typeface="Lato" panose="020F0502020204030203" pitchFamily="34" charset="0"/>
              </a:rPr>
              <a:t>1 vacante disponible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29293D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29293D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000" b="0" i="0" u="none" strike="noStrike" cap="none" normalizeH="0" baseline="0" dirty="0" smtClean="0">
              <a:ln>
                <a:noFill/>
              </a:ln>
              <a:solidFill>
                <a:srgbClr val="29293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16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6754" y="101075"/>
            <a:ext cx="1064885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71415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dirty="0"/>
              <a:t>¡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Se busca un </a:t>
            </a:r>
            <a:r>
              <a:rPr lang="es-ES" sz="1200" b="1" dirty="0">
                <a:solidFill>
                  <a:schemeClr val="bg1"/>
                </a:solidFill>
                <a:latin typeface="Lato" panose="020F0502020204030203" pitchFamily="34" charset="0"/>
              </a:rPr>
              <a:t>Desarrollador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 Full Stack con experiencia senior para unirse a nuestro equipo!</a:t>
            </a:r>
          </a:p>
          <a:p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Serás 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responsable de diversas tareas, como la atención al cliente, diagnóstico y resolución de problemas, </a:t>
            </a:r>
            <a:endParaRPr lang="es-ES" sz="1200" dirty="0" smtClean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documentación 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y registro de procesos, desarrollo y mantenimiento de plataformas web, integración con sistemas internos, administración técnica de Magento</a:t>
            </a:r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,</a:t>
            </a:r>
          </a:p>
          <a:p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gestión de base de datos, mejora continua y soporte técnico.</a:t>
            </a:r>
          </a:p>
          <a:p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Estamos buscando a alguien con iniciativa, orientación al resultado, excelencia en lo que hace, orientación al cliente y habilidades para trabajar en equipo. </a:t>
            </a:r>
            <a:endParaRPr lang="es-ES" sz="1200" dirty="0" smtClean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Tu 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labor será fundamental para seguir ofreciendo a nuestros clientes un servicio de calidad y eficiencia.</a:t>
            </a:r>
          </a:p>
          <a:p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/>
            </a:r>
            <a:b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Requisitos: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/>
            </a:r>
            <a:b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Edad Minima: 25./ Edad Maxima: 40.</a:t>
            </a:r>
          </a:p>
          <a:p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Otros conocimiento: Lenguajes y tecnologías: PHP, JavaScript, HTML y CSS, XML, SQL, API Rest, Conocimiento propio de Magento: Integración con ERP/CRM, </a:t>
            </a:r>
            <a:endParaRPr lang="es-ES" sz="1200" dirty="0" smtClean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s-ES" sz="1200" dirty="0" smtClean="0">
                <a:solidFill>
                  <a:schemeClr val="bg1"/>
                </a:solidFill>
                <a:latin typeface="Lato" panose="020F0502020204030203" pitchFamily="34" charset="0"/>
              </a:rPr>
              <a:t>Layout </a:t>
            </a:r>
            <a:r>
              <a:rPr lang="es-ES" sz="1200" dirty="0">
                <a:solidFill>
                  <a:schemeClr val="bg1"/>
                </a:solidFill>
                <a:latin typeface="Lato" panose="020F0502020204030203" pitchFamily="34" charset="0"/>
              </a:rPr>
              <a:t>System, Magento CLI, Laminas Framework, WeltPixel, IA, Power BI, QlikSense, Tableau.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/>
            </a:r>
            <a:b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</a:rPr>
            </a:b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5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716</Words>
  <Application>Microsoft Office PowerPoint</Application>
  <PresentationFormat>Panorámica</PresentationFormat>
  <Paragraphs>62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72</vt:lpstr>
      <vt:lpstr>Arial</vt:lpstr>
      <vt:lpstr>Calibri</vt:lpstr>
      <vt:lpstr>Calibri Light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TELECOM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Ariana E Cucchiara</dc:creator>
  <cp:lastModifiedBy>Ariana E Cucchiara</cp:lastModifiedBy>
  <cp:revision>15</cp:revision>
  <dcterms:created xsi:type="dcterms:W3CDTF">2025-04-29T11:09:53Z</dcterms:created>
  <dcterms:modified xsi:type="dcterms:W3CDTF">2025-06-10T12:00:50Z</dcterms:modified>
</cp:coreProperties>
</file>