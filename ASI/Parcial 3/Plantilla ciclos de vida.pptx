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A8F9A-1E49-3B39-0734-D597CC2F1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D08574-DE6B-8221-C9C2-109B19C0C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29BE2C-9D7D-A7A5-1141-D7B5FE5E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2AA031-5216-6D3D-DD7D-1625F748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C9F753-47AA-B36B-D40E-76A51DAC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8399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BE1BC-E215-E13C-C916-A7F88FBCA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3282F-A75A-273D-1232-A09F501B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1A9EE7-279F-F3F2-3619-51F83956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C754AC-874F-C222-93CD-9CB8EF27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0D7925-B96E-824D-E14B-CECFA8C7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598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0A47F-9851-D512-7230-6DFDCE57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8C15D7-48F5-8A32-C225-8A53C48C0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3667F8-8074-1377-6B7B-935AA7512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BF5FE6-5A7C-4EF4-6638-51B94256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9050E0-EA62-FFF5-384A-C24CB804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464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39764-EB34-2747-5E9A-CADF9802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3BDB9C-AA5B-D677-016F-E36B58F48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5C7735-BA62-F50E-DC95-65F41D026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45C5E2-7C66-135B-F0E2-EC3B7F5F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2E3F15-3F2D-BC73-E947-195C8C46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D0C4E3-BCB6-9A0A-9452-ED706EA6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581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41254-0F90-2FFC-4C45-037834114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7B8A91-A3A6-B8AD-E3AF-D25947B74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5F47C5-412C-6A4E-A1D0-4956EE7CC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0F6599-2FF2-3806-B98B-E335312F4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03F397-2634-C1EA-D1F4-844934C70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D895-640B-C7A3-1E86-58EEE7E21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450404C-460E-8E2A-AA50-DAA60DFB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762874-F7DF-3B6F-0A9D-E26FC0AD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292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D92C1-3F54-83BE-3839-EFE4859A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FFEE91-36D5-4D0D-49E6-19345E72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13AB88-BC26-DD6F-66E6-E2797186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B19150-C5FF-83DD-2D22-59E5B923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670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E4B5DD2-6E5E-C725-A9DC-1F59D69A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83C2F00-5F23-9EBA-8B5D-7055138C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42486A-D396-375E-240F-672A0D8B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020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A3DCE-9153-8C79-4AF9-C4E3E119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928A5E-7ED2-C6FA-418D-23A1FBFD8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454ACA-763F-D64B-43DD-D305FD944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96C958-3667-72C8-C736-B3F8AC42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3D77AD-BFFD-0A44-FEF5-62CA32B8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6D32C3-1044-29D6-7DB1-179970C0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611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3C224-EA80-2A17-8B6F-3CF905D8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79D441-44A6-F1BB-152B-E0A15E8A4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519874-9E1A-7794-772D-02E1D1DE8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67AA5B-61E2-DCBC-5214-F9552DE3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C5C91F-9CA9-EF85-63B3-0AE3DAB1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C03099-BD1A-A4E0-65EA-B18DB743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351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FC262-4760-A229-D07F-A83B6AD1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82AA6C-31BD-FD6A-010C-01A3DA33E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46DF0A-9F42-874E-A978-7AAB130D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20EB4A-0091-475E-0DE6-EB9F07335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939FF8-039E-9519-F478-1C7A5840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211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E8FA81-C0A2-1A08-41AA-2272FB7215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D66427-FE22-AA23-3CD3-685F9D6C4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C20125-6381-3B3D-ABBC-6C8C06C0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308D13-FF4B-FA17-D9F6-81176339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072729-7A1B-09C0-10C9-BD76394A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569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14862E-7520-3111-8FC1-63169F3D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5D551E-BAA9-2922-DA5B-769B72905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12175F-FAE9-7B7A-BEC0-1D8BE1EC0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5FC7E-887C-4135-9CFF-8184A23D0A8A}" type="datetimeFigureOut">
              <a:rPr lang="es-AR" smtClean="0"/>
              <a:t>23/10/2025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566B47-78AA-30FE-8D2F-721390306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F1B5E4-2E0E-6837-C562-714A7A334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40B69-CAA7-4B98-BA18-CF0FD3DAA2A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28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0CF1A4E-B554-462C-133E-7AA0E5BB2B69}"/>
              </a:ext>
            </a:extLst>
          </p:cNvPr>
          <p:cNvSpPr/>
          <p:nvPr/>
        </p:nvSpPr>
        <p:spPr>
          <a:xfrm>
            <a:off x="209550" y="847725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500B9C2-1819-C8C0-E27A-25D781A5B19F}"/>
              </a:ext>
            </a:extLst>
          </p:cNvPr>
          <p:cNvSpPr/>
          <p:nvPr/>
        </p:nvSpPr>
        <p:spPr>
          <a:xfrm>
            <a:off x="1800225" y="1571625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6892723-0812-7AA9-0F3C-2461BB405B69}"/>
              </a:ext>
            </a:extLst>
          </p:cNvPr>
          <p:cNvSpPr/>
          <p:nvPr/>
        </p:nvSpPr>
        <p:spPr>
          <a:xfrm>
            <a:off x="3619500" y="2238375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E91A08-9607-976A-3B62-9FB0EBE25AA8}"/>
              </a:ext>
            </a:extLst>
          </p:cNvPr>
          <p:cNvSpPr/>
          <p:nvPr/>
        </p:nvSpPr>
        <p:spPr>
          <a:xfrm>
            <a:off x="5210175" y="2962275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7DC8A1A-B28F-4E54-D10D-B336F0EF9887}"/>
              </a:ext>
            </a:extLst>
          </p:cNvPr>
          <p:cNvSpPr/>
          <p:nvPr/>
        </p:nvSpPr>
        <p:spPr>
          <a:xfrm>
            <a:off x="6800850" y="3686175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20CD96D-9043-0BC9-FB92-E8734318A86E}"/>
              </a:ext>
            </a:extLst>
          </p:cNvPr>
          <p:cNvSpPr/>
          <p:nvPr/>
        </p:nvSpPr>
        <p:spPr>
          <a:xfrm>
            <a:off x="8391525" y="4410075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3B65D3D-8534-42D0-69CF-94C0F2DBE69A}"/>
              </a:ext>
            </a:extLst>
          </p:cNvPr>
          <p:cNvSpPr/>
          <p:nvPr/>
        </p:nvSpPr>
        <p:spPr>
          <a:xfrm>
            <a:off x="10210800" y="5076825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0025445-40F0-BC40-9F3F-EF3D19BE6257}"/>
              </a:ext>
            </a:extLst>
          </p:cNvPr>
          <p:cNvSpPr txBox="1"/>
          <p:nvPr/>
        </p:nvSpPr>
        <p:spPr>
          <a:xfrm>
            <a:off x="4762500" y="257175"/>
            <a:ext cx="418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CASCADA</a:t>
            </a:r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83188634-01D3-2B3C-EA88-F0DF31BCA673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1800225" y="1081088"/>
            <a:ext cx="795338" cy="4905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89FEC63C-AF42-64AB-01F0-BCECE181A37F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3390900" y="1804988"/>
            <a:ext cx="1023938" cy="4333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2B45AD31-D33D-7347-3190-712A41DEF138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rot="10800000">
            <a:off x="1004889" y="1314450"/>
            <a:ext cx="795337" cy="4905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B5C6F9FF-F2E2-A13D-B5B4-CC85B78CEFE6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6800850" y="3195638"/>
            <a:ext cx="795338" cy="4905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8B26482E-4179-62DA-FE65-B7C06ECD3D43}"/>
              </a:ext>
            </a:extLst>
          </p:cNvPr>
          <p:cNvCxnSpPr>
            <a:cxnSpLocks/>
            <a:stCxn id="7" idx="1"/>
            <a:endCxn id="6" idx="2"/>
          </p:cNvCxnSpPr>
          <p:nvPr/>
        </p:nvCxnSpPr>
        <p:spPr>
          <a:xfrm rot="10800000">
            <a:off x="2595564" y="2038350"/>
            <a:ext cx="1023937" cy="433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E47EBCB2-F3E4-7B69-0057-809A5B175E4B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5210175" y="2471738"/>
            <a:ext cx="795338" cy="4905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49FD190D-9C5D-EACC-2C51-764C454BCCAE}"/>
              </a:ext>
            </a:extLst>
          </p:cNvPr>
          <p:cNvCxnSpPr>
            <a:cxnSpLocks/>
            <a:stCxn id="8" idx="1"/>
            <a:endCxn id="7" idx="2"/>
          </p:cNvCxnSpPr>
          <p:nvPr/>
        </p:nvCxnSpPr>
        <p:spPr>
          <a:xfrm rot="10800000">
            <a:off x="4414839" y="2705100"/>
            <a:ext cx="795337" cy="4905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29054CB9-01E3-1675-CCBC-D1C8E6BD013C}"/>
              </a:ext>
            </a:extLst>
          </p:cNvPr>
          <p:cNvCxnSpPr>
            <a:cxnSpLocks/>
            <a:stCxn id="9" idx="1"/>
            <a:endCxn id="8" idx="2"/>
          </p:cNvCxnSpPr>
          <p:nvPr/>
        </p:nvCxnSpPr>
        <p:spPr>
          <a:xfrm rot="10800000">
            <a:off x="6005514" y="3429000"/>
            <a:ext cx="795337" cy="4905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9D20A03B-F97D-B4B0-1216-2E5D8545538F}"/>
              </a:ext>
            </a:extLst>
          </p:cNvPr>
          <p:cNvCxnSpPr>
            <a:cxnSpLocks/>
            <a:stCxn id="10" idx="1"/>
            <a:endCxn id="9" idx="2"/>
          </p:cNvCxnSpPr>
          <p:nvPr/>
        </p:nvCxnSpPr>
        <p:spPr>
          <a:xfrm rot="10800000">
            <a:off x="7596189" y="4152900"/>
            <a:ext cx="795337" cy="4905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D667B5CC-6FE0-9D38-B810-7EDC4B1B0B1C}"/>
              </a:ext>
            </a:extLst>
          </p:cNvPr>
          <p:cNvCxnSpPr>
            <a:cxnSpLocks/>
            <a:stCxn id="11" idx="1"/>
            <a:endCxn id="10" idx="2"/>
          </p:cNvCxnSpPr>
          <p:nvPr/>
        </p:nvCxnSpPr>
        <p:spPr>
          <a:xfrm rot="10800000">
            <a:off x="9186864" y="4876800"/>
            <a:ext cx="1023937" cy="433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AC0079C4-DC7F-25AB-5082-582287A77452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>
            <a:off x="9982200" y="4643438"/>
            <a:ext cx="1023938" cy="4333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03344582-7869-EC2E-DAB9-0EEC4C79FD20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8391525" y="3919538"/>
            <a:ext cx="795338" cy="4905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322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17A5-43ED-9470-F1AB-1DCC9E752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471C75DF-E3B8-94A5-03D3-BFE853CB00A7}"/>
              </a:ext>
            </a:extLst>
          </p:cNvPr>
          <p:cNvSpPr txBox="1"/>
          <p:nvPr/>
        </p:nvSpPr>
        <p:spPr>
          <a:xfrm>
            <a:off x="4762500" y="257175"/>
            <a:ext cx="418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ITERATIVO</a:t>
            </a:r>
          </a:p>
        </p:txBody>
      </p:sp>
      <p:grpSp>
        <p:nvGrpSpPr>
          <p:cNvPr id="96" name="Grupo 95">
            <a:extLst>
              <a:ext uri="{FF2B5EF4-FFF2-40B4-BE49-F238E27FC236}">
                <a16:creationId xmlns:a16="http://schemas.microsoft.com/office/drawing/2014/main" id="{03373E77-DC8A-7DE5-8FE5-9DD740C2AEEE}"/>
              </a:ext>
            </a:extLst>
          </p:cNvPr>
          <p:cNvGrpSpPr/>
          <p:nvPr/>
        </p:nvGrpSpPr>
        <p:grpSpPr>
          <a:xfrm>
            <a:off x="123825" y="3076576"/>
            <a:ext cx="4200525" cy="2076447"/>
            <a:chOff x="123825" y="3209925"/>
            <a:chExt cx="4200525" cy="2076447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B115BE21-FC4F-F422-AF25-21DDEE82994C}"/>
                </a:ext>
              </a:extLst>
            </p:cNvPr>
            <p:cNvSpPr/>
            <p:nvPr/>
          </p:nvSpPr>
          <p:spPr>
            <a:xfrm>
              <a:off x="123825" y="3209925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18DFD1B-409B-471C-BE7B-4E4672E5261F}"/>
                </a:ext>
              </a:extLst>
            </p:cNvPr>
            <p:cNvSpPr/>
            <p:nvPr/>
          </p:nvSpPr>
          <p:spPr>
            <a:xfrm>
              <a:off x="990600" y="3738562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8DA2F2D-8E9F-5B50-892F-980E7DE964DE}"/>
                </a:ext>
              </a:extLst>
            </p:cNvPr>
            <p:cNvSpPr/>
            <p:nvPr/>
          </p:nvSpPr>
          <p:spPr>
            <a:xfrm>
              <a:off x="1876425" y="4319585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528C429-7604-2CE6-EAFE-A1D44C2D4E9C}"/>
                </a:ext>
              </a:extLst>
            </p:cNvPr>
            <p:cNvSpPr/>
            <p:nvPr/>
          </p:nvSpPr>
          <p:spPr>
            <a:xfrm>
              <a:off x="2733675" y="4819647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17" name="Conector: angular 16">
              <a:extLst>
                <a:ext uri="{FF2B5EF4-FFF2-40B4-BE49-F238E27FC236}">
                  <a16:creationId xmlns:a16="http://schemas.microsoft.com/office/drawing/2014/main" id="{2DC2B939-8492-DC1A-8D0A-EAB1AF29C33C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>
              <a:off x="1714500" y="3443288"/>
              <a:ext cx="71438" cy="29527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: angular 19">
              <a:extLst>
                <a:ext uri="{FF2B5EF4-FFF2-40B4-BE49-F238E27FC236}">
                  <a16:creationId xmlns:a16="http://schemas.microsoft.com/office/drawing/2014/main" id="{C2F969A6-0675-7C9D-3D32-52FFEA040E3F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>
              <a:off x="2581275" y="3971925"/>
              <a:ext cx="90488" cy="34766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: angular 22">
              <a:extLst>
                <a:ext uri="{FF2B5EF4-FFF2-40B4-BE49-F238E27FC236}">
                  <a16:creationId xmlns:a16="http://schemas.microsoft.com/office/drawing/2014/main" id="{24F0EFE2-100E-0BC0-8312-E02878F97EAB}"/>
                </a:ext>
              </a:extLst>
            </p:cNvPr>
            <p:cNvCxnSpPr>
              <a:cxnSpLocks/>
              <a:stCxn id="6" idx="1"/>
              <a:endCxn id="5" idx="2"/>
            </p:cNvCxnSpPr>
            <p:nvPr/>
          </p:nvCxnSpPr>
          <p:spPr>
            <a:xfrm rot="10800000">
              <a:off x="919164" y="3676651"/>
              <a:ext cx="71437" cy="29527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: angular 24">
              <a:extLst>
                <a:ext uri="{FF2B5EF4-FFF2-40B4-BE49-F238E27FC236}">
                  <a16:creationId xmlns:a16="http://schemas.microsoft.com/office/drawing/2014/main" id="{25A8E037-FDF5-5B56-D8EB-EE8196F8155D}"/>
                </a:ext>
              </a:extLst>
            </p:cNvPr>
            <p:cNvCxnSpPr>
              <a:cxnSpLocks/>
              <a:stCxn id="7" idx="1"/>
              <a:endCxn id="6" idx="2"/>
            </p:cNvCxnSpPr>
            <p:nvPr/>
          </p:nvCxnSpPr>
          <p:spPr>
            <a:xfrm rot="10800000">
              <a:off x="1785939" y="4205288"/>
              <a:ext cx="90487" cy="34766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: angular 25">
              <a:extLst>
                <a:ext uri="{FF2B5EF4-FFF2-40B4-BE49-F238E27FC236}">
                  <a16:creationId xmlns:a16="http://schemas.microsoft.com/office/drawing/2014/main" id="{18583243-10AC-C983-E839-3E9A6F40B55D}"/>
                </a:ext>
              </a:extLst>
            </p:cNvPr>
            <p:cNvCxnSpPr>
              <a:cxnSpLocks/>
              <a:stCxn id="7" idx="3"/>
              <a:endCxn id="8" idx="0"/>
            </p:cNvCxnSpPr>
            <p:nvPr/>
          </p:nvCxnSpPr>
          <p:spPr>
            <a:xfrm>
              <a:off x="3467100" y="4552948"/>
              <a:ext cx="61913" cy="26669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: angular 26">
              <a:extLst>
                <a:ext uri="{FF2B5EF4-FFF2-40B4-BE49-F238E27FC236}">
                  <a16:creationId xmlns:a16="http://schemas.microsoft.com/office/drawing/2014/main" id="{5790220A-504D-12B7-EF0C-856509061B39}"/>
                </a:ext>
              </a:extLst>
            </p:cNvPr>
            <p:cNvCxnSpPr>
              <a:cxnSpLocks/>
              <a:stCxn id="8" idx="1"/>
              <a:endCxn id="7" idx="2"/>
            </p:cNvCxnSpPr>
            <p:nvPr/>
          </p:nvCxnSpPr>
          <p:spPr>
            <a:xfrm rot="10800000">
              <a:off x="2671763" y="4786310"/>
              <a:ext cx="61912" cy="26670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B7B4A998-CB10-D31E-EA8C-6ADBB1482AB2}"/>
              </a:ext>
            </a:extLst>
          </p:cNvPr>
          <p:cNvGrpSpPr/>
          <p:nvPr/>
        </p:nvGrpSpPr>
        <p:grpSpPr>
          <a:xfrm>
            <a:off x="4324349" y="3076576"/>
            <a:ext cx="4200525" cy="2076447"/>
            <a:chOff x="4324349" y="2943226"/>
            <a:chExt cx="4200525" cy="2076447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1BC1A021-344D-85F6-A4A0-46B0BBD3819A}"/>
                </a:ext>
              </a:extLst>
            </p:cNvPr>
            <p:cNvSpPr/>
            <p:nvPr/>
          </p:nvSpPr>
          <p:spPr>
            <a:xfrm>
              <a:off x="4324349" y="2943226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8CA891CD-8406-B60B-F946-739C3413A0D6}"/>
                </a:ext>
              </a:extLst>
            </p:cNvPr>
            <p:cNvSpPr/>
            <p:nvPr/>
          </p:nvSpPr>
          <p:spPr>
            <a:xfrm>
              <a:off x="5191124" y="3471863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94A81170-E8A4-4FF0-DD2E-61E0C90944D4}"/>
                </a:ext>
              </a:extLst>
            </p:cNvPr>
            <p:cNvSpPr/>
            <p:nvPr/>
          </p:nvSpPr>
          <p:spPr>
            <a:xfrm>
              <a:off x="6076949" y="4052886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18A5D187-E531-C94C-DA3A-72A0CB074434}"/>
                </a:ext>
              </a:extLst>
            </p:cNvPr>
            <p:cNvSpPr/>
            <p:nvPr/>
          </p:nvSpPr>
          <p:spPr>
            <a:xfrm>
              <a:off x="6934199" y="4552948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64" name="Conector: angular 63">
              <a:extLst>
                <a:ext uri="{FF2B5EF4-FFF2-40B4-BE49-F238E27FC236}">
                  <a16:creationId xmlns:a16="http://schemas.microsoft.com/office/drawing/2014/main" id="{D01C2AD8-EF85-B3B3-ADCB-07D94C409A38}"/>
                </a:ext>
              </a:extLst>
            </p:cNvPr>
            <p:cNvCxnSpPr>
              <a:cxnSpLocks/>
              <a:stCxn id="60" idx="3"/>
              <a:endCxn id="61" idx="0"/>
            </p:cNvCxnSpPr>
            <p:nvPr/>
          </p:nvCxnSpPr>
          <p:spPr>
            <a:xfrm>
              <a:off x="5915024" y="3176589"/>
              <a:ext cx="71438" cy="29527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: angular 64">
              <a:extLst>
                <a:ext uri="{FF2B5EF4-FFF2-40B4-BE49-F238E27FC236}">
                  <a16:creationId xmlns:a16="http://schemas.microsoft.com/office/drawing/2014/main" id="{1C0CB165-E24C-AFCD-BD4A-DCB860DAA484}"/>
                </a:ext>
              </a:extLst>
            </p:cNvPr>
            <p:cNvCxnSpPr>
              <a:cxnSpLocks/>
              <a:stCxn id="61" idx="3"/>
              <a:endCxn id="62" idx="0"/>
            </p:cNvCxnSpPr>
            <p:nvPr/>
          </p:nvCxnSpPr>
          <p:spPr>
            <a:xfrm>
              <a:off x="6781799" y="3705226"/>
              <a:ext cx="90488" cy="34766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: angular 65">
              <a:extLst>
                <a:ext uri="{FF2B5EF4-FFF2-40B4-BE49-F238E27FC236}">
                  <a16:creationId xmlns:a16="http://schemas.microsoft.com/office/drawing/2014/main" id="{F8953323-B375-C594-5C3E-D40B67E390C5}"/>
                </a:ext>
              </a:extLst>
            </p:cNvPr>
            <p:cNvCxnSpPr>
              <a:cxnSpLocks/>
              <a:stCxn id="61" idx="1"/>
              <a:endCxn id="60" idx="2"/>
            </p:cNvCxnSpPr>
            <p:nvPr/>
          </p:nvCxnSpPr>
          <p:spPr>
            <a:xfrm rot="10800000">
              <a:off x="5119688" y="3409952"/>
              <a:ext cx="71437" cy="29527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: angular 66">
              <a:extLst>
                <a:ext uri="{FF2B5EF4-FFF2-40B4-BE49-F238E27FC236}">
                  <a16:creationId xmlns:a16="http://schemas.microsoft.com/office/drawing/2014/main" id="{4315FD35-D24F-B0BE-3621-5D99D4D7D878}"/>
                </a:ext>
              </a:extLst>
            </p:cNvPr>
            <p:cNvCxnSpPr>
              <a:cxnSpLocks/>
              <a:stCxn id="62" idx="1"/>
              <a:endCxn id="61" idx="2"/>
            </p:cNvCxnSpPr>
            <p:nvPr/>
          </p:nvCxnSpPr>
          <p:spPr>
            <a:xfrm rot="10800000">
              <a:off x="5986463" y="3938589"/>
              <a:ext cx="90487" cy="34766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: angular 67">
              <a:extLst>
                <a:ext uri="{FF2B5EF4-FFF2-40B4-BE49-F238E27FC236}">
                  <a16:creationId xmlns:a16="http://schemas.microsoft.com/office/drawing/2014/main" id="{1987D5C7-47F3-B280-9EFA-3DCAFF5D9AC1}"/>
                </a:ext>
              </a:extLst>
            </p:cNvPr>
            <p:cNvCxnSpPr>
              <a:cxnSpLocks/>
              <a:stCxn id="62" idx="3"/>
              <a:endCxn id="63" idx="0"/>
            </p:cNvCxnSpPr>
            <p:nvPr/>
          </p:nvCxnSpPr>
          <p:spPr>
            <a:xfrm>
              <a:off x="7667624" y="4286249"/>
              <a:ext cx="61913" cy="26669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: angular 68">
              <a:extLst>
                <a:ext uri="{FF2B5EF4-FFF2-40B4-BE49-F238E27FC236}">
                  <a16:creationId xmlns:a16="http://schemas.microsoft.com/office/drawing/2014/main" id="{8441470B-8E49-6F9E-E18D-CF800D7006A2}"/>
                </a:ext>
              </a:extLst>
            </p:cNvPr>
            <p:cNvCxnSpPr>
              <a:cxnSpLocks/>
              <a:stCxn id="63" idx="1"/>
              <a:endCxn id="62" idx="2"/>
            </p:cNvCxnSpPr>
            <p:nvPr/>
          </p:nvCxnSpPr>
          <p:spPr>
            <a:xfrm rot="10800000">
              <a:off x="6872287" y="4519611"/>
              <a:ext cx="61912" cy="26670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2DC5DABE-FD6B-7C9E-2471-AFFC315FD884}"/>
              </a:ext>
            </a:extLst>
          </p:cNvPr>
          <p:cNvGrpSpPr/>
          <p:nvPr/>
        </p:nvGrpSpPr>
        <p:grpSpPr>
          <a:xfrm>
            <a:off x="7991475" y="3076576"/>
            <a:ext cx="4200525" cy="2076447"/>
            <a:chOff x="7991475" y="2995611"/>
            <a:chExt cx="4200525" cy="2076447"/>
          </a:xfrm>
        </p:grpSpPr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8D59654A-CAE8-7F88-4EC1-CF31F2B9C8F2}"/>
                </a:ext>
              </a:extLst>
            </p:cNvPr>
            <p:cNvSpPr/>
            <p:nvPr/>
          </p:nvSpPr>
          <p:spPr>
            <a:xfrm>
              <a:off x="7991475" y="2995611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B5769DAB-F42D-5746-F9AB-D31F9D1DF78F}"/>
                </a:ext>
              </a:extLst>
            </p:cNvPr>
            <p:cNvSpPr/>
            <p:nvPr/>
          </p:nvSpPr>
          <p:spPr>
            <a:xfrm>
              <a:off x="8858250" y="3524248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43CB6976-D1F2-F821-90D0-30BE9DECF244}"/>
                </a:ext>
              </a:extLst>
            </p:cNvPr>
            <p:cNvSpPr/>
            <p:nvPr/>
          </p:nvSpPr>
          <p:spPr>
            <a:xfrm>
              <a:off x="9744075" y="4105271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7C89A2C9-A2ED-97DD-0BAF-948390F61827}"/>
                </a:ext>
              </a:extLst>
            </p:cNvPr>
            <p:cNvSpPr/>
            <p:nvPr/>
          </p:nvSpPr>
          <p:spPr>
            <a:xfrm>
              <a:off x="10601325" y="4605333"/>
              <a:ext cx="1590675" cy="466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74" name="Conector: angular 73">
              <a:extLst>
                <a:ext uri="{FF2B5EF4-FFF2-40B4-BE49-F238E27FC236}">
                  <a16:creationId xmlns:a16="http://schemas.microsoft.com/office/drawing/2014/main" id="{4EFB819A-F861-0792-7190-6403B0CF4929}"/>
                </a:ext>
              </a:extLst>
            </p:cNvPr>
            <p:cNvCxnSpPr>
              <a:cxnSpLocks/>
              <a:stCxn id="70" idx="3"/>
              <a:endCxn id="71" idx="0"/>
            </p:cNvCxnSpPr>
            <p:nvPr/>
          </p:nvCxnSpPr>
          <p:spPr>
            <a:xfrm>
              <a:off x="9582150" y="3228974"/>
              <a:ext cx="71438" cy="29527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: angular 74">
              <a:extLst>
                <a:ext uri="{FF2B5EF4-FFF2-40B4-BE49-F238E27FC236}">
                  <a16:creationId xmlns:a16="http://schemas.microsoft.com/office/drawing/2014/main" id="{BDA3C51C-E052-3BFF-DD04-7127EA7245B0}"/>
                </a:ext>
              </a:extLst>
            </p:cNvPr>
            <p:cNvCxnSpPr>
              <a:cxnSpLocks/>
              <a:stCxn id="71" idx="3"/>
              <a:endCxn id="72" idx="0"/>
            </p:cNvCxnSpPr>
            <p:nvPr/>
          </p:nvCxnSpPr>
          <p:spPr>
            <a:xfrm>
              <a:off x="10448925" y="3757611"/>
              <a:ext cx="90488" cy="34766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: angular 75">
              <a:extLst>
                <a:ext uri="{FF2B5EF4-FFF2-40B4-BE49-F238E27FC236}">
                  <a16:creationId xmlns:a16="http://schemas.microsoft.com/office/drawing/2014/main" id="{3972A460-A77A-D1EE-D4D4-BEF917BD5DA3}"/>
                </a:ext>
              </a:extLst>
            </p:cNvPr>
            <p:cNvCxnSpPr>
              <a:cxnSpLocks/>
              <a:stCxn id="71" idx="1"/>
              <a:endCxn id="70" idx="2"/>
            </p:cNvCxnSpPr>
            <p:nvPr/>
          </p:nvCxnSpPr>
          <p:spPr>
            <a:xfrm rot="10800000">
              <a:off x="8786814" y="3462337"/>
              <a:ext cx="71437" cy="29527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: angular 76">
              <a:extLst>
                <a:ext uri="{FF2B5EF4-FFF2-40B4-BE49-F238E27FC236}">
                  <a16:creationId xmlns:a16="http://schemas.microsoft.com/office/drawing/2014/main" id="{09F97459-AFA4-C030-877D-868D8D078636}"/>
                </a:ext>
              </a:extLst>
            </p:cNvPr>
            <p:cNvCxnSpPr>
              <a:cxnSpLocks/>
              <a:stCxn id="72" idx="1"/>
              <a:endCxn id="71" idx="2"/>
            </p:cNvCxnSpPr>
            <p:nvPr/>
          </p:nvCxnSpPr>
          <p:spPr>
            <a:xfrm rot="10800000">
              <a:off x="9653589" y="3990974"/>
              <a:ext cx="90487" cy="34766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: angular 77">
              <a:extLst>
                <a:ext uri="{FF2B5EF4-FFF2-40B4-BE49-F238E27FC236}">
                  <a16:creationId xmlns:a16="http://schemas.microsoft.com/office/drawing/2014/main" id="{03289578-9AFA-DA10-545B-3A15743A0122}"/>
                </a:ext>
              </a:extLst>
            </p:cNvPr>
            <p:cNvCxnSpPr>
              <a:cxnSpLocks/>
              <a:stCxn id="72" idx="3"/>
              <a:endCxn id="73" idx="0"/>
            </p:cNvCxnSpPr>
            <p:nvPr/>
          </p:nvCxnSpPr>
          <p:spPr>
            <a:xfrm>
              <a:off x="11334750" y="4338634"/>
              <a:ext cx="61913" cy="26669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: angular 78">
              <a:extLst>
                <a:ext uri="{FF2B5EF4-FFF2-40B4-BE49-F238E27FC236}">
                  <a16:creationId xmlns:a16="http://schemas.microsoft.com/office/drawing/2014/main" id="{79455795-3991-8141-9711-03E1A31AF54C}"/>
                </a:ext>
              </a:extLst>
            </p:cNvPr>
            <p:cNvCxnSpPr>
              <a:cxnSpLocks/>
              <a:stCxn id="73" idx="1"/>
              <a:endCxn id="72" idx="2"/>
            </p:cNvCxnSpPr>
            <p:nvPr/>
          </p:nvCxnSpPr>
          <p:spPr>
            <a:xfrm rot="10800000">
              <a:off x="10539413" y="4571996"/>
              <a:ext cx="61912" cy="26670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ectángulo 79">
            <a:extLst>
              <a:ext uri="{FF2B5EF4-FFF2-40B4-BE49-F238E27FC236}">
                <a16:creationId xmlns:a16="http://schemas.microsoft.com/office/drawing/2014/main" id="{28AD3DBE-BEF4-E3A9-F01C-131FA7DE12C6}"/>
              </a:ext>
            </a:extLst>
          </p:cNvPr>
          <p:cNvSpPr/>
          <p:nvPr/>
        </p:nvSpPr>
        <p:spPr>
          <a:xfrm>
            <a:off x="1133475" y="787358"/>
            <a:ext cx="942022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1" name="Conector: angular 80">
            <a:extLst>
              <a:ext uri="{FF2B5EF4-FFF2-40B4-BE49-F238E27FC236}">
                <a16:creationId xmlns:a16="http://schemas.microsoft.com/office/drawing/2014/main" id="{C2959767-3038-8A57-B75E-F83F8AE83A31}"/>
              </a:ext>
            </a:extLst>
          </p:cNvPr>
          <p:cNvCxnSpPr>
            <a:cxnSpLocks/>
            <a:stCxn id="80" idx="1"/>
            <a:endCxn id="5" idx="0"/>
          </p:cNvCxnSpPr>
          <p:nvPr/>
        </p:nvCxnSpPr>
        <p:spPr>
          <a:xfrm rot="10800000" flipV="1">
            <a:off x="919163" y="1020720"/>
            <a:ext cx="214312" cy="20558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: angular 83">
            <a:extLst>
              <a:ext uri="{FF2B5EF4-FFF2-40B4-BE49-F238E27FC236}">
                <a16:creationId xmlns:a16="http://schemas.microsoft.com/office/drawing/2014/main" id="{56565AB8-9933-3EAA-B636-5C694B88C540}"/>
              </a:ext>
            </a:extLst>
          </p:cNvPr>
          <p:cNvCxnSpPr>
            <a:cxnSpLocks/>
            <a:stCxn id="70" idx="0"/>
            <a:endCxn id="80" idx="3"/>
          </p:cNvCxnSpPr>
          <p:nvPr/>
        </p:nvCxnSpPr>
        <p:spPr>
          <a:xfrm rot="5400000" flipH="1" flipV="1">
            <a:off x="8642329" y="1165206"/>
            <a:ext cx="2055855" cy="1766887"/>
          </a:xfrm>
          <a:prstGeom prst="bentConnector4">
            <a:avLst>
              <a:gd name="adj1" fmla="val 44324"/>
              <a:gd name="adj2" fmla="val 1129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: angular 88">
            <a:extLst>
              <a:ext uri="{FF2B5EF4-FFF2-40B4-BE49-F238E27FC236}">
                <a16:creationId xmlns:a16="http://schemas.microsoft.com/office/drawing/2014/main" id="{5760D4C4-0597-0080-F09B-792F589D63D7}"/>
              </a:ext>
            </a:extLst>
          </p:cNvPr>
          <p:cNvCxnSpPr>
            <a:cxnSpLocks/>
            <a:stCxn id="5" idx="3"/>
            <a:endCxn id="60" idx="1"/>
          </p:cNvCxnSpPr>
          <p:nvPr/>
        </p:nvCxnSpPr>
        <p:spPr>
          <a:xfrm>
            <a:off x="1714500" y="3309939"/>
            <a:ext cx="2609849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angular 92">
            <a:extLst>
              <a:ext uri="{FF2B5EF4-FFF2-40B4-BE49-F238E27FC236}">
                <a16:creationId xmlns:a16="http://schemas.microsoft.com/office/drawing/2014/main" id="{3E43EECA-27A3-9308-2F62-E0D27F54DA62}"/>
              </a:ext>
            </a:extLst>
          </p:cNvPr>
          <p:cNvCxnSpPr>
            <a:cxnSpLocks/>
            <a:stCxn id="60" idx="3"/>
            <a:endCxn id="70" idx="1"/>
          </p:cNvCxnSpPr>
          <p:nvPr/>
        </p:nvCxnSpPr>
        <p:spPr>
          <a:xfrm>
            <a:off x="5915024" y="3309939"/>
            <a:ext cx="2076451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D552BB20-34EB-48D1-2A22-CECC2148A484}"/>
              </a:ext>
            </a:extLst>
          </p:cNvPr>
          <p:cNvSpPr/>
          <p:nvPr/>
        </p:nvSpPr>
        <p:spPr>
          <a:xfrm>
            <a:off x="678656" y="5572125"/>
            <a:ext cx="3090863" cy="571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VERSION 1</a:t>
            </a:r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0F236AB3-DF26-9C57-A860-CDD827831CF6}"/>
              </a:ext>
            </a:extLst>
          </p:cNvPr>
          <p:cNvSpPr/>
          <p:nvPr/>
        </p:nvSpPr>
        <p:spPr>
          <a:xfrm>
            <a:off x="4879180" y="5554654"/>
            <a:ext cx="3090863" cy="571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VERSION 2</a:t>
            </a:r>
          </a:p>
        </p:txBody>
      </p:sp>
      <p:sp>
        <p:nvSpPr>
          <p:cNvPr id="103" name="Rectángulo: esquinas redondeadas 102">
            <a:extLst>
              <a:ext uri="{FF2B5EF4-FFF2-40B4-BE49-F238E27FC236}">
                <a16:creationId xmlns:a16="http://schemas.microsoft.com/office/drawing/2014/main" id="{04C0362C-F530-2294-610B-C62BB844590F}"/>
              </a:ext>
            </a:extLst>
          </p:cNvPr>
          <p:cNvSpPr/>
          <p:nvPr/>
        </p:nvSpPr>
        <p:spPr>
          <a:xfrm>
            <a:off x="8546306" y="5476870"/>
            <a:ext cx="3090863" cy="571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VERSION 3</a:t>
            </a:r>
          </a:p>
        </p:txBody>
      </p:sp>
    </p:spTree>
    <p:extLst>
      <p:ext uri="{BB962C8B-B14F-4D97-AF65-F5344CB8AC3E}">
        <p14:creationId xmlns:p14="http://schemas.microsoft.com/office/powerpoint/2010/main" val="253440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AD08-CDD2-BC04-1322-08BD5185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6A375898-16F9-1CB0-5385-219333EFCDE6}"/>
              </a:ext>
            </a:extLst>
          </p:cNvPr>
          <p:cNvSpPr txBox="1"/>
          <p:nvPr/>
        </p:nvSpPr>
        <p:spPr>
          <a:xfrm>
            <a:off x="4762500" y="257175"/>
            <a:ext cx="418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INCREMENTAL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11C93F-42DE-7C78-4FBA-66F824284306}"/>
              </a:ext>
            </a:extLst>
          </p:cNvPr>
          <p:cNvSpPr/>
          <p:nvPr/>
        </p:nvSpPr>
        <p:spPr>
          <a:xfrm>
            <a:off x="123825" y="3076576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53B3EA-58D3-BABB-3E27-0393EAF9E0CE}"/>
              </a:ext>
            </a:extLst>
          </p:cNvPr>
          <p:cNvSpPr/>
          <p:nvPr/>
        </p:nvSpPr>
        <p:spPr>
          <a:xfrm>
            <a:off x="990600" y="3605213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2AE90D3-5986-4279-5475-18BE0BB66DFA}"/>
              </a:ext>
            </a:extLst>
          </p:cNvPr>
          <p:cNvSpPr/>
          <p:nvPr/>
        </p:nvSpPr>
        <p:spPr>
          <a:xfrm>
            <a:off x="1876425" y="4186236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895AB0-A2D1-BBF4-726D-3336B2F77957}"/>
              </a:ext>
            </a:extLst>
          </p:cNvPr>
          <p:cNvSpPr/>
          <p:nvPr/>
        </p:nvSpPr>
        <p:spPr>
          <a:xfrm>
            <a:off x="2733675" y="4686298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2CC04B76-E904-3FD9-D704-64196298F3A0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1714500" y="3309939"/>
            <a:ext cx="71438" cy="2952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99177FBF-C894-2239-390E-891DFB818305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2581275" y="3838576"/>
            <a:ext cx="90488" cy="3476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34E78BFD-DB98-B6D6-85B0-095296CABDF6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3467100" y="4419599"/>
            <a:ext cx="61913" cy="266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7D6D9385-8C3A-A367-2785-8E58F175930E}"/>
              </a:ext>
            </a:extLst>
          </p:cNvPr>
          <p:cNvSpPr/>
          <p:nvPr/>
        </p:nvSpPr>
        <p:spPr>
          <a:xfrm>
            <a:off x="4324349" y="3076576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1426D825-39DC-9C6D-CD9D-6D5C8569BFA2}"/>
              </a:ext>
            </a:extLst>
          </p:cNvPr>
          <p:cNvSpPr/>
          <p:nvPr/>
        </p:nvSpPr>
        <p:spPr>
          <a:xfrm>
            <a:off x="5191124" y="3605213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B979EE14-22D8-8551-12DF-61AC6E2A1D7A}"/>
              </a:ext>
            </a:extLst>
          </p:cNvPr>
          <p:cNvSpPr/>
          <p:nvPr/>
        </p:nvSpPr>
        <p:spPr>
          <a:xfrm>
            <a:off x="6076949" y="4186236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28DC2701-F36B-761D-479A-13791CC98AEE}"/>
              </a:ext>
            </a:extLst>
          </p:cNvPr>
          <p:cNvSpPr/>
          <p:nvPr/>
        </p:nvSpPr>
        <p:spPr>
          <a:xfrm>
            <a:off x="6934199" y="4686298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4" name="Conector: angular 63">
            <a:extLst>
              <a:ext uri="{FF2B5EF4-FFF2-40B4-BE49-F238E27FC236}">
                <a16:creationId xmlns:a16="http://schemas.microsoft.com/office/drawing/2014/main" id="{FE1C933B-EE4A-C200-5F22-E211AD631E39}"/>
              </a:ext>
            </a:extLst>
          </p:cNvPr>
          <p:cNvCxnSpPr>
            <a:cxnSpLocks/>
            <a:stCxn id="60" idx="3"/>
            <a:endCxn id="61" idx="0"/>
          </p:cNvCxnSpPr>
          <p:nvPr/>
        </p:nvCxnSpPr>
        <p:spPr>
          <a:xfrm>
            <a:off x="5915024" y="3309939"/>
            <a:ext cx="71438" cy="2952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E3FEE758-5083-2ADE-F50E-5BD0FB05E2A4}"/>
              </a:ext>
            </a:extLst>
          </p:cNvPr>
          <p:cNvCxnSpPr>
            <a:cxnSpLocks/>
            <a:stCxn id="61" idx="3"/>
            <a:endCxn id="62" idx="0"/>
          </p:cNvCxnSpPr>
          <p:nvPr/>
        </p:nvCxnSpPr>
        <p:spPr>
          <a:xfrm>
            <a:off x="6781799" y="3838576"/>
            <a:ext cx="90488" cy="3476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: angular 67">
            <a:extLst>
              <a:ext uri="{FF2B5EF4-FFF2-40B4-BE49-F238E27FC236}">
                <a16:creationId xmlns:a16="http://schemas.microsoft.com/office/drawing/2014/main" id="{CA7891D0-5E24-1B4F-FC91-368413D0114A}"/>
              </a:ext>
            </a:extLst>
          </p:cNvPr>
          <p:cNvCxnSpPr>
            <a:cxnSpLocks/>
            <a:stCxn id="62" idx="3"/>
            <a:endCxn id="63" idx="0"/>
          </p:cNvCxnSpPr>
          <p:nvPr/>
        </p:nvCxnSpPr>
        <p:spPr>
          <a:xfrm>
            <a:off x="7667624" y="4419599"/>
            <a:ext cx="61913" cy="266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8B561D12-DD40-DF42-BA71-FB25EC800DAA}"/>
              </a:ext>
            </a:extLst>
          </p:cNvPr>
          <p:cNvSpPr/>
          <p:nvPr/>
        </p:nvSpPr>
        <p:spPr>
          <a:xfrm>
            <a:off x="7991475" y="3076576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6297B45C-845E-A7CE-382F-1E62A89C99FB}"/>
              </a:ext>
            </a:extLst>
          </p:cNvPr>
          <p:cNvSpPr/>
          <p:nvPr/>
        </p:nvSpPr>
        <p:spPr>
          <a:xfrm>
            <a:off x="8858250" y="3605213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BD94B050-13EB-FB34-71A9-109BFB3E1094}"/>
              </a:ext>
            </a:extLst>
          </p:cNvPr>
          <p:cNvSpPr/>
          <p:nvPr/>
        </p:nvSpPr>
        <p:spPr>
          <a:xfrm>
            <a:off x="9744075" y="4186236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AC9E0F9-332C-DBDD-8E0C-7D6927FF0E09}"/>
              </a:ext>
            </a:extLst>
          </p:cNvPr>
          <p:cNvSpPr/>
          <p:nvPr/>
        </p:nvSpPr>
        <p:spPr>
          <a:xfrm>
            <a:off x="10601325" y="4686298"/>
            <a:ext cx="1590675" cy="46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C9DA0706-5668-7852-6EB6-0AD9D851001C}"/>
              </a:ext>
            </a:extLst>
          </p:cNvPr>
          <p:cNvCxnSpPr>
            <a:cxnSpLocks/>
            <a:stCxn id="70" idx="3"/>
            <a:endCxn id="71" idx="0"/>
          </p:cNvCxnSpPr>
          <p:nvPr/>
        </p:nvCxnSpPr>
        <p:spPr>
          <a:xfrm>
            <a:off x="9582150" y="3309939"/>
            <a:ext cx="71438" cy="2952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angular 74">
            <a:extLst>
              <a:ext uri="{FF2B5EF4-FFF2-40B4-BE49-F238E27FC236}">
                <a16:creationId xmlns:a16="http://schemas.microsoft.com/office/drawing/2014/main" id="{4F36B9A8-56DC-8BD6-21E6-F5048127AF32}"/>
              </a:ext>
            </a:extLst>
          </p:cNvPr>
          <p:cNvCxnSpPr>
            <a:cxnSpLocks/>
            <a:stCxn id="71" idx="3"/>
            <a:endCxn id="72" idx="0"/>
          </p:cNvCxnSpPr>
          <p:nvPr/>
        </p:nvCxnSpPr>
        <p:spPr>
          <a:xfrm>
            <a:off x="10448925" y="3838576"/>
            <a:ext cx="90488" cy="3476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r 77">
            <a:extLst>
              <a:ext uri="{FF2B5EF4-FFF2-40B4-BE49-F238E27FC236}">
                <a16:creationId xmlns:a16="http://schemas.microsoft.com/office/drawing/2014/main" id="{D2D9598D-AFB6-E19A-5B51-D40788CD24A8}"/>
              </a:ext>
            </a:extLst>
          </p:cNvPr>
          <p:cNvCxnSpPr>
            <a:cxnSpLocks/>
            <a:stCxn id="72" idx="3"/>
            <a:endCxn id="73" idx="0"/>
          </p:cNvCxnSpPr>
          <p:nvPr/>
        </p:nvCxnSpPr>
        <p:spPr>
          <a:xfrm>
            <a:off x="11334750" y="4419599"/>
            <a:ext cx="61913" cy="266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D5524D85-1CA7-3FF5-B89E-BF5889FEE9C2}"/>
              </a:ext>
            </a:extLst>
          </p:cNvPr>
          <p:cNvSpPr/>
          <p:nvPr/>
        </p:nvSpPr>
        <p:spPr>
          <a:xfrm>
            <a:off x="678656" y="5572125"/>
            <a:ext cx="3090863" cy="571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VERSION 1 + FUNCIONALIDAD 1</a:t>
            </a:r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7842294E-DCD0-866E-7E78-E96A98BC0EA1}"/>
              </a:ext>
            </a:extLst>
          </p:cNvPr>
          <p:cNvSpPr/>
          <p:nvPr/>
        </p:nvSpPr>
        <p:spPr>
          <a:xfrm>
            <a:off x="4879180" y="5554654"/>
            <a:ext cx="3090863" cy="571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VERSION 2 + FUNCIONALIDAD 2</a:t>
            </a:r>
          </a:p>
        </p:txBody>
      </p:sp>
      <p:sp>
        <p:nvSpPr>
          <p:cNvPr id="103" name="Rectángulo: esquinas redondeadas 102">
            <a:extLst>
              <a:ext uri="{FF2B5EF4-FFF2-40B4-BE49-F238E27FC236}">
                <a16:creationId xmlns:a16="http://schemas.microsoft.com/office/drawing/2014/main" id="{D1926602-763B-5232-8E4B-43BD1FA9785F}"/>
              </a:ext>
            </a:extLst>
          </p:cNvPr>
          <p:cNvSpPr/>
          <p:nvPr/>
        </p:nvSpPr>
        <p:spPr>
          <a:xfrm>
            <a:off x="8546306" y="5476870"/>
            <a:ext cx="3090863" cy="571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VERSION 3 + FUNCIONALIDAD 3</a:t>
            </a:r>
          </a:p>
        </p:txBody>
      </p:sp>
    </p:spTree>
    <p:extLst>
      <p:ext uri="{BB962C8B-B14F-4D97-AF65-F5344CB8AC3E}">
        <p14:creationId xmlns:p14="http://schemas.microsoft.com/office/powerpoint/2010/main" val="26823656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</Words>
  <Application>Microsoft Office PowerPoint</Application>
  <PresentationFormat>Panorámica</PresentationFormat>
  <Paragraphs>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Cruz Mondino</dc:creator>
  <cp:lastModifiedBy>Juan Cruz Mondino</cp:lastModifiedBy>
  <cp:revision>2</cp:revision>
  <dcterms:created xsi:type="dcterms:W3CDTF">2025-10-23T21:45:42Z</dcterms:created>
  <dcterms:modified xsi:type="dcterms:W3CDTF">2025-10-23T22:03:56Z</dcterms:modified>
</cp:coreProperties>
</file>